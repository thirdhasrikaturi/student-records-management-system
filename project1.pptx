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81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125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00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638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35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570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310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81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386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70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425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872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2769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183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960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64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7DAD9-9AF5-41E4-B0DE-DA20603A6E89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33F2DE-DD4D-4E8A-AD5B-94F79BB45E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79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2851-6A95-44F3-840A-235B5CC29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1233" y="318052"/>
            <a:ext cx="7842770" cy="1096899"/>
          </a:xfrm>
        </p:spPr>
        <p:txBody>
          <a:bodyPr/>
          <a:lstStyle/>
          <a:p>
            <a:r>
              <a:rPr lang="en-GB" sz="3200" dirty="0">
                <a:solidFill>
                  <a:schemeClr val="accent6">
                    <a:lumMod val="75000"/>
                  </a:schemeClr>
                </a:solidFill>
              </a:rPr>
              <a:t>STUDENT RECORDS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F2DD0-ABBA-46C9-9634-001CC20C3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3625" y="1649897"/>
            <a:ext cx="5486401" cy="3497836"/>
          </a:xfrm>
        </p:spPr>
        <p:txBody>
          <a:bodyPr>
            <a:normAutofit/>
          </a:bodyPr>
          <a:lstStyle/>
          <a:p>
            <a:r>
              <a:rPr lang="en-GB" sz="2400" dirty="0"/>
              <a:t>         </a:t>
            </a:r>
          </a:p>
          <a:p>
            <a:r>
              <a:rPr lang="en-GB" sz="2400" dirty="0"/>
              <a:t>USING DATA STRUCTURES IN C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BY  K . THIRDHASRI – 24KB1A3043</a:t>
            </a:r>
          </a:p>
          <a:p>
            <a:r>
              <a:rPr lang="en-GB" sz="2400" dirty="0"/>
              <a:t>T. VASUNDHARA – 24KB1A30C1</a:t>
            </a:r>
          </a:p>
        </p:txBody>
      </p:sp>
    </p:spTree>
    <p:extLst>
      <p:ext uri="{BB962C8B-B14F-4D97-AF65-F5344CB8AC3E}">
        <p14:creationId xmlns:p14="http://schemas.microsoft.com/office/powerpoint/2010/main" val="91678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BCB3-F257-4847-A01E-9136CE69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     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39C9C-ED26-4F88-B844-D4D152810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This project is about student records management system</a:t>
            </a:r>
          </a:p>
          <a:p>
            <a:pPr>
              <a:buFont typeface="Wingdings" panose="05000000000000000000" pitchFamily="2" charset="2"/>
              <a:buChar char="q"/>
            </a:pPr>
            <a:endParaRPr lang="en-GB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It manages adding , updating , searching , sorting and deleting student records</a:t>
            </a:r>
          </a:p>
        </p:txBody>
      </p:sp>
    </p:spTree>
    <p:extLst>
      <p:ext uri="{BB962C8B-B14F-4D97-AF65-F5344CB8AC3E}">
        <p14:creationId xmlns:p14="http://schemas.microsoft.com/office/powerpoint/2010/main" val="1658869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54D1-EE9F-4A71-AEF5-368C5007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74290-194E-47C6-AE95-5B3B5A8AB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Add new student details.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Display all students.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Search ( linear &amp; binary search).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Update student marks.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Delete a student details.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Sort student by marks/roll number.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Here ARRAYS , STRUCTURES and FUNCTIONS are used.</a:t>
            </a:r>
          </a:p>
        </p:txBody>
      </p:sp>
    </p:spTree>
    <p:extLst>
      <p:ext uri="{BB962C8B-B14F-4D97-AF65-F5344CB8AC3E}">
        <p14:creationId xmlns:p14="http://schemas.microsoft.com/office/powerpoint/2010/main" val="427780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15487-3C78-44D8-A10B-49B0DAA7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SETUP – HEADERS , CONSTANTS and 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2D2B8-3852-427E-9EF6-6DC259806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 err="1"/>
              <a:t>Stdio.h</a:t>
            </a:r>
            <a:r>
              <a:rPr lang="en-GB" dirty="0"/>
              <a:t>: input and output operations.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/>
              <a:t>String.h</a:t>
            </a:r>
            <a:r>
              <a:rPr lang="en-GB" dirty="0"/>
              <a:t> : for string handling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MAX  : maximum number of students (100)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By using typedef keyword custom the data type ’student’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Fields : </a:t>
            </a:r>
            <a:r>
              <a:rPr lang="en-GB" dirty="0" err="1"/>
              <a:t>rollNo</a:t>
            </a:r>
            <a:r>
              <a:rPr lang="en-GB" dirty="0"/>
              <a:t> , name , marks.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Array to store students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Count of stored records</a:t>
            </a:r>
          </a:p>
        </p:txBody>
      </p:sp>
    </p:spTree>
    <p:extLst>
      <p:ext uri="{BB962C8B-B14F-4D97-AF65-F5344CB8AC3E}">
        <p14:creationId xmlns:p14="http://schemas.microsoft.com/office/powerpoint/2010/main" val="1377578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4FCC4E-2CEF-4B6C-B8FE-AD715EC35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FUNCTIONS OVER 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D781AA-D9B2-4785-860A-31ADF915A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50504"/>
            <a:ext cx="8834415" cy="54168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FF0000"/>
                </a:solidFill>
              </a:rPr>
              <a:t>is duplicate()</a:t>
            </a:r>
          </a:p>
          <a:p>
            <a:pPr>
              <a:buFont typeface="Wingdings 3" panose="05040102010807070707" pitchFamily="18" charset="2"/>
              <a:buChar char=""/>
            </a:pPr>
            <a:r>
              <a:rPr lang="en-GB" dirty="0"/>
              <a:t>Checks if a roll number already exists.</a:t>
            </a:r>
          </a:p>
          <a:p>
            <a:pPr>
              <a:buFont typeface="Wingdings 3" panose="05040102010807070707" pitchFamily="18" charset="2"/>
              <a:buChar char=""/>
            </a:pPr>
            <a:r>
              <a:rPr lang="en-GB" dirty="0"/>
              <a:t>Helps maintain unique student records.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>
                <a:solidFill>
                  <a:srgbClr val="FF0000"/>
                </a:solidFill>
              </a:rPr>
              <a:t>addstudent</a:t>
            </a:r>
            <a:r>
              <a:rPr lang="en-GB" dirty="0">
                <a:solidFill>
                  <a:srgbClr val="FF0000"/>
                </a:solidFill>
              </a:rPr>
              <a:t>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Validates roll number using is duplicate()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Uses </a:t>
            </a:r>
            <a:r>
              <a:rPr lang="en-GB" dirty="0" err="1"/>
              <a:t>scanf</a:t>
            </a:r>
            <a:r>
              <a:rPr lang="en-GB" dirty="0"/>
              <a:t>() to input name , roll number and marks.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Displays confirmation message upon successful addition.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>
                <a:solidFill>
                  <a:srgbClr val="FF0000"/>
                </a:solidFill>
              </a:rPr>
              <a:t>Displaystudents</a:t>
            </a:r>
            <a:r>
              <a:rPr lang="en-GB" dirty="0">
                <a:solidFill>
                  <a:srgbClr val="FF0000"/>
                </a:solidFill>
              </a:rPr>
              <a:t>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Iterates through the array and displays: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Roll number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Name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Marks 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Handles case when no records are present</a:t>
            </a:r>
          </a:p>
          <a:p>
            <a:pPr>
              <a:buFont typeface="Wingdings 3" panose="05040102010807070707" pitchFamily="18" charset="2"/>
              <a:buChar char="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149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EC01-6299-40F9-9054-7438D9E8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77332" y="377684"/>
            <a:ext cx="8585938" cy="467141"/>
          </a:xfrm>
        </p:spPr>
        <p:txBody>
          <a:bodyPr>
            <a:normAutofit/>
          </a:bodyPr>
          <a:lstStyle/>
          <a:p>
            <a:r>
              <a:rPr lang="en-GB" sz="1100" dirty="0"/>
              <a:t>                                                                                         *************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1E18-F922-46A4-ACCB-0BE3BD1E3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11358"/>
            <a:ext cx="9112710" cy="53472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 err="1">
                <a:solidFill>
                  <a:srgbClr val="FF0000"/>
                </a:solidFill>
              </a:rPr>
              <a:t>searchstudent</a:t>
            </a:r>
            <a:r>
              <a:rPr lang="en-GB" dirty="0">
                <a:solidFill>
                  <a:srgbClr val="FF0000"/>
                </a:solidFill>
              </a:rPr>
              <a:t>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Takes roll number as input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Searches sequentially through students[].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Displays student data if found.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>
                <a:solidFill>
                  <a:srgbClr val="FF0000"/>
                </a:solidFill>
              </a:rPr>
              <a:t>Updatestudent</a:t>
            </a:r>
            <a:r>
              <a:rPr lang="en-GB" dirty="0">
                <a:solidFill>
                  <a:srgbClr val="FF0000"/>
                </a:solidFill>
              </a:rPr>
              <a:t>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Prompts for roll number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Asks or confirmation before updating.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Updates only marks field.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>
                <a:solidFill>
                  <a:srgbClr val="FF0000"/>
                </a:solidFill>
              </a:rPr>
              <a:t>deletestudent</a:t>
            </a:r>
            <a:r>
              <a:rPr lang="en-GB" dirty="0">
                <a:solidFill>
                  <a:srgbClr val="FF0000"/>
                </a:solidFill>
              </a:rPr>
              <a:t>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Takes roll number as input.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Confirms before deletion.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Shifts elements to maintain array order.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Decreases count.</a:t>
            </a:r>
          </a:p>
          <a:p>
            <a:pPr>
              <a:buFont typeface="Wingdings 3" panose="05040102010807070707" pitchFamily="18" charset="2"/>
              <a:buChar char="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 3" panose="05040102010807070707" pitchFamily="18" charset="2"/>
              <a:buChar char="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 3" panose="05040102010807070707" pitchFamily="18" charset="2"/>
              <a:buChar char="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2EE3-89F1-4F85-A95A-11FE3077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    ***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7D54A-3F36-4271-BEDE-90F0425D2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 err="1">
                <a:solidFill>
                  <a:srgbClr val="FF0000"/>
                </a:solidFill>
              </a:rPr>
              <a:t>sortStudentsByMarks</a:t>
            </a:r>
            <a:r>
              <a:rPr lang="en-GB" dirty="0">
                <a:solidFill>
                  <a:srgbClr val="FF0000"/>
                </a:solidFill>
              </a:rPr>
              <a:t>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Sort student records by marks in descending order.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Uses Bubble Sort algorithm.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>
                <a:solidFill>
                  <a:srgbClr val="FF0000"/>
                </a:solidFill>
              </a:rPr>
              <a:t>sortStudentsByRollNo</a:t>
            </a:r>
            <a:r>
              <a:rPr lang="en-GB" dirty="0">
                <a:solidFill>
                  <a:srgbClr val="FF0000"/>
                </a:solidFill>
              </a:rPr>
              <a:t>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Prepares array for binary search.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Maintains increasing roll number order.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>
                <a:solidFill>
                  <a:srgbClr val="FF0000"/>
                </a:solidFill>
              </a:rPr>
              <a:t>binarySearchStudent</a:t>
            </a:r>
            <a:r>
              <a:rPr lang="en-GB" dirty="0">
                <a:solidFill>
                  <a:srgbClr val="FF0000"/>
                </a:solidFill>
              </a:rPr>
              <a:t>()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Efficient search on sorted data.</a:t>
            </a:r>
          </a:p>
          <a:p>
            <a:pPr>
              <a:buFont typeface="Wingdings 3" panose="05040102010807070707" pitchFamily="18" charset="2"/>
              <a:buChar char=""/>
            </a:pPr>
            <a:r>
              <a:rPr lang="en-GB" dirty="0"/>
              <a:t>Faster than linear search for large datasets.</a:t>
            </a:r>
          </a:p>
          <a:p>
            <a:pPr>
              <a:buFont typeface="Wingdings 3" panose="05040102010807070707" pitchFamily="18" charset="2"/>
              <a:buChar char="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45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03A4-639A-4E69-BA43-5DEC0290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</a:t>
            </a:r>
            <a:r>
              <a:rPr lang="en-GB" sz="1800" dirty="0"/>
              <a:t>********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7D0DC-9876-4693-A08C-B88BD813C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96" y="1550505"/>
            <a:ext cx="8767106" cy="449085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FF0000"/>
                </a:solidFill>
              </a:rPr>
              <a:t>Main Menu (main function)</a:t>
            </a:r>
          </a:p>
          <a:p>
            <a:pPr>
              <a:buFont typeface="Trebuchet MS" panose="020B0603020202020204" pitchFamily="34" charset="0"/>
              <a:buChar char="●"/>
            </a:pPr>
            <a:r>
              <a:rPr lang="en-GB" dirty="0">
                <a:solidFill>
                  <a:srgbClr val="00B050"/>
                </a:solidFill>
              </a:rPr>
              <a:t>Menu includes :</a:t>
            </a:r>
          </a:p>
          <a:p>
            <a:pPr>
              <a:buClr>
                <a:schemeClr val="accent5">
                  <a:lumMod val="75000"/>
                </a:schemeClr>
              </a:buClr>
              <a:buFont typeface="+mj-lt"/>
              <a:buAutoNum type="alphaLcParenR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</a:t>
            </a:r>
          </a:p>
          <a:p>
            <a:pPr>
              <a:buClr>
                <a:schemeClr val="accent5">
                  <a:lumMod val="75000"/>
                </a:schemeClr>
              </a:buClr>
              <a:buFont typeface="+mj-lt"/>
              <a:buAutoNum type="alphaLcParenR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Display</a:t>
            </a:r>
          </a:p>
          <a:p>
            <a:pPr>
              <a:buClr>
                <a:schemeClr val="accent5">
                  <a:lumMod val="75000"/>
                </a:schemeClr>
              </a:buClr>
              <a:buFont typeface="+mj-lt"/>
              <a:buAutoNum type="alphaLcParenR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</a:t>
            </a:r>
          </a:p>
          <a:p>
            <a:pPr>
              <a:buClr>
                <a:schemeClr val="accent5">
                  <a:lumMod val="75000"/>
                </a:schemeClr>
              </a:buClr>
              <a:buFont typeface="+mj-lt"/>
              <a:buAutoNum type="alphaLcParenR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Update</a:t>
            </a:r>
          </a:p>
          <a:p>
            <a:pPr>
              <a:buClr>
                <a:schemeClr val="accent5">
                  <a:lumMod val="75000"/>
                </a:schemeClr>
              </a:buClr>
              <a:buFont typeface="+mj-lt"/>
              <a:buAutoNum type="alphaLcParenR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Delete</a:t>
            </a:r>
          </a:p>
          <a:p>
            <a:pPr>
              <a:buClr>
                <a:schemeClr val="accent5">
                  <a:lumMod val="75000"/>
                </a:schemeClr>
              </a:buClr>
              <a:buFont typeface="+mj-lt"/>
              <a:buAutoNum type="alphaLcParenR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Sort</a:t>
            </a:r>
          </a:p>
          <a:p>
            <a:pPr>
              <a:buClr>
                <a:schemeClr val="accent5">
                  <a:lumMod val="75000"/>
                </a:schemeClr>
              </a:buClr>
              <a:buFont typeface="+mj-lt"/>
              <a:buAutoNum type="alphaLcParenR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Binary search</a:t>
            </a:r>
          </a:p>
          <a:p>
            <a:pPr>
              <a:buClr>
                <a:schemeClr val="accent5">
                  <a:lumMod val="75000"/>
                </a:schemeClr>
              </a:buClr>
              <a:buFont typeface="+mj-lt"/>
              <a:buAutoNum type="alphaLcParenR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Exit</a:t>
            </a:r>
          </a:p>
          <a:p>
            <a:pPr>
              <a:buFont typeface="Wingdings" panose="05000000000000000000" pitchFamily="2" charset="2"/>
              <a:buChar char="v"/>
            </a:pP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873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A80ED5-07D5-41E0-9C2D-D1E1B9BF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8" y="-396386"/>
            <a:ext cx="4681330" cy="376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4F3EA-8ABA-474C-94E2-A9CD70D3E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552" y="-98212"/>
            <a:ext cx="4399693" cy="3540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622545-72E8-457C-B549-110CAC598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86" y="3429000"/>
            <a:ext cx="4399693" cy="3579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5AD46E-0A8D-4A0B-9908-3B513B0F4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6733" y="3372364"/>
            <a:ext cx="4681330" cy="379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31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279807-368A-445C-A47F-D05AB742E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33461" cy="35045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C5441B-66A3-4ABD-9D90-0CE3FC808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677" y="1"/>
            <a:ext cx="4333461" cy="34918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E014DD-90AC-483A-8CC6-BD46C4418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0" y="3429000"/>
            <a:ext cx="4290601" cy="3531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753A20-28A1-4A63-A96B-7C77A203A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677" y="3504577"/>
            <a:ext cx="4436174" cy="353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66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B3CF-CB30-4C7A-B74A-64552D43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DFD2A-0D0D-4246-B181-B9A9A8D21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0322"/>
            <a:ext cx="8933805" cy="4668077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This project demonstrates a basic yet functional Student Records Management System using 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It showcases the use of:</a:t>
            </a:r>
          </a:p>
          <a:p>
            <a:pPr>
              <a:buFont typeface="Wingdings" panose="05000000000000000000" pitchFamily="2" charset="2"/>
              <a:buChar char="q"/>
            </a:pPr>
            <a:endParaRPr lang="en-GB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Structures for managing complex data.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Functions for modular and organized code.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Searching (Linear and Binary) and Sorting algorithms.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Ensures data integrity through checks like duplicate roll number validation.</a:t>
            </a:r>
          </a:p>
        </p:txBody>
      </p:sp>
    </p:spTree>
    <p:extLst>
      <p:ext uri="{BB962C8B-B14F-4D97-AF65-F5344CB8AC3E}">
        <p14:creationId xmlns:p14="http://schemas.microsoft.com/office/powerpoint/2010/main" val="374590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4D595-443F-4450-B95C-857935737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92553-D801-4075-8F53-E5C007232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3" panose="05040102010807070707" pitchFamily="18" charset="2"/>
              <a:buChar char=""/>
            </a:pPr>
            <a:r>
              <a:rPr lang="en-GB" dirty="0"/>
              <a:t>Provides a strong foundation for further enhancements like:</a:t>
            </a:r>
          </a:p>
          <a:p>
            <a:pPr>
              <a:buFont typeface="Wingdings 3" panose="05040102010807070707" pitchFamily="18" charset="2"/>
              <a:buChar char=""/>
            </a:pPr>
            <a:endParaRPr lang="en-GB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File handling for data persistence.</a:t>
            </a:r>
          </a:p>
        </p:txBody>
      </p:sp>
    </p:spTree>
    <p:extLst>
      <p:ext uri="{BB962C8B-B14F-4D97-AF65-F5344CB8AC3E}">
        <p14:creationId xmlns:p14="http://schemas.microsoft.com/office/powerpoint/2010/main" val="3094511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CFF04D-CDF8-41CD-AED2-E00558472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975" y="777840"/>
            <a:ext cx="5302320" cy="530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88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178</TotalTime>
  <Words>416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Courier New</vt:lpstr>
      <vt:lpstr>Trebuchet MS</vt:lpstr>
      <vt:lpstr>Wingdings</vt:lpstr>
      <vt:lpstr>Wingdings 3</vt:lpstr>
      <vt:lpstr>Facet</vt:lpstr>
      <vt:lpstr>STUDENT RECORDS MANAGEMENT SYSTEM</vt:lpstr>
      <vt:lpstr>                      INTRODUCTION</vt:lpstr>
      <vt:lpstr>                    FEATURES</vt:lpstr>
      <vt:lpstr>SETUP – HEADERS , CONSTANTS and  STRUCTURE</vt:lpstr>
      <vt:lpstr>              FUNCTIONS OVER VIEW</vt:lpstr>
      <vt:lpstr>                                                                                         *************</vt:lpstr>
      <vt:lpstr>                              ***</vt:lpstr>
      <vt:lpstr>                          ********</vt:lpstr>
      <vt:lpstr>PowerPoint Presentation</vt:lpstr>
      <vt:lpstr>PowerPoint Presentation</vt:lpstr>
      <vt:lpstr>                     CONCLUSION</vt:lpstr>
      <vt:lpstr>               FUTURE ENHANCEMENT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RECORDS MANAGEMENT SYSTEM</dc:title>
  <dc:creator>thirdha sri katuri</dc:creator>
  <cp:lastModifiedBy>thirdha sri katuri</cp:lastModifiedBy>
  <cp:revision>1</cp:revision>
  <dcterms:created xsi:type="dcterms:W3CDTF">2025-05-03T18:46:11Z</dcterms:created>
  <dcterms:modified xsi:type="dcterms:W3CDTF">2025-05-03T21:44:22Z</dcterms:modified>
</cp:coreProperties>
</file>