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Student Records Management System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Mini Project Presentation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By: [Your Name]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Roll Number: [Your Roll No.]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Console-based Student Management System using C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Manages adding, updating, searching, sorting, and deleting student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Add new student details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Display all students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Search (Linear &amp; Binary)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Update student marks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Delete a student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Sort students by Marks / Roll 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Structure used to store student data:</a:t>
            </a:r>
          </a:p>
          <a:p/>
          <a:p>
            <a:r>
              <a:rPr sz="2000">
                <a:solidFill>
                  <a:srgbClr val="003366"/>
                </a:solidFill>
                <a:latin typeface="Calibri"/>
              </a:rPr>
              <a:t>• rollNo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• name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•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Student Struct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-----------------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int rollNo;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char name[50];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float marks;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Add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Inputs: Roll No, Name, Marks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Checks for duplicate roll number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Increments count if added successfully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Display &amp;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Displays all student records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Linear Search by roll number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Update &amp;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Updates student marks with confirmation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Deletes student and shifts the array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Sort by Marks (Descending)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Sort by Roll No (Ascending) for Binary Search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Uses Bubble Sort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Sorts array by roll number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Efficient binary search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Menu-Driven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Options for all operations (1 to 8)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do-while loop for continuous interaction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switch-case structure for functionality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Efficient record management using C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Demonstrates practical use of structs and arrays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Highlights searching and sorting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Thank you!</a:t>
            </a:r>
          </a:p>
          <a:p>
            <a:pPr/>
            <a:r>
              <a:rPr sz="2000">
                <a:solidFill>
                  <a:srgbClr val="003366"/>
                </a:solidFill>
                <a:latin typeface="Calibri"/>
              </a:rPr>
              <a:t>Questions and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